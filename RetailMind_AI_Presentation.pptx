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F46E5"/>
                </a:solidFill>
              </a:defRPr>
            </a:pPr>
            <a:r>
              <a:t>🛍️ RetailMind_AI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E293B"/>
                </a:solidFill>
              </a:defRPr>
            </a:pPr>
            <a:r>
              <a:t>AI-Assisted Customer Feedback Verification</a:t>
            </a:r>
            <a:br/>
            <a:r>
              <a:t>&amp; Fake Review Detection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7225499" y="3703321"/>
            <a:ext cx="339895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475569"/>
                </a:solidFill>
              </a:defRPr>
            </a:pPr>
            <a:r>
              <a:rPr dirty="0"/>
              <a:t>Presented by</a:t>
            </a:r>
          </a:p>
          <a:p>
            <a:pPr algn="ctr">
              <a:defRPr sz="2300" b="1">
                <a:solidFill>
                  <a:srgbClr val="4F46E5"/>
                </a:solidFill>
              </a:defRPr>
            </a:pPr>
            <a:r>
              <a:rPr dirty="0"/>
              <a:t>Archana Er</a:t>
            </a:r>
            <a:r>
              <a:rPr lang="en-US" dirty="0"/>
              <a:t>la</a:t>
            </a:r>
            <a:endParaRPr dirty="0"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Department: CSE-AIML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RetailMind_AI is a Python and Streamlit based customer feedback verification system.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It checks Gmail ownership and purchase records before evaluating a review.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It analyzes sentiment, review quality, duplicate patterns and rating consistency.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The system produces an authenticity score and classifies feedback as Genuine, Needs Review or Suspicious.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Fake and misleading reviews can reduce customer trust in online shopping.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 review may look genuine even when the reviewer has not actually purchased the product.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Manual verification of large numbers of reviews is difficult and time-consuming.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An automated multi-signal verification system can improve review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Verify Gmail ownership using OTP.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Verify order, product and platform information.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Analyze sentiment and review quality.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Detect duplicate or highly similar reviews.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Check rating and written-feedback consistency.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Generate an understandable authenticity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4.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1. Customer logs into the system.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2. Customer enters product, order, platform and Gmail details.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3. Gmail ownership is verified using OTP.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4. Purchase details are matched with the stored order.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5. Feedback is analyzed for quality and sentiment.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6. Duplicate patterns and rating consistency are checked.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7. Authenticity score and final result are generated.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8. Result is stored for admin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5. Technologies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Python — core programming language.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Streamlit — interactive web application interface.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SQLite — storage for customers, orders and feedback.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Pandas — data processing and analytics.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Scikit-learn — TF-IDF and cosine similarity.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SMTP — Gmail OTP delivery.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Key features: Gmail verification, purchase verification, duplicate detection and admin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6. Authenticity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Gmail verification adds confidence to the review.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Purchase verification confirms a matching customer order.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Detailed reviews receive better quality confidence.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Duplicate or highly similar reviews reduce the score.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Repeated words or characters are treated as risk signals.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Rating-sentiment mismatch can reduce confidence.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75–100 → Genuine | 50–74 → Needs Review | 0–49 → Suspicious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7. Customer &amp; Admin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Customer Module: login, product details, order details, Gmail OTP, rating and feedback submission.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Customer Trust: view customer review history and trust score.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Admin Module: monitor reviews, verification statistics and authenticity results.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Admin can filter records by product, platform and result.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Admin can view analytics and download a CSV verification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8. Sample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Customer: Rahul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Product: iPhone 16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Platform: Amazon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Order ID: ORD1001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Gmail: Verified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Purchase: Verified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Sentiment: Positive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Review Quality: High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Authenticity Score: 85/100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Final Result: 🟢 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9. Advantages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Reduces manual review verification effort.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Improves customer confidence by checking purchase evidence.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Provides an explainable result using multiple signals.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Future versions can use trained machine-learning models.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Real e-commerce APIs can provide live purchase verification.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Advanced NLP or LLM analysis can improve context understanding.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The system can later be deployed as a production web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F46E5"/>
                </a:solidFill>
              </a:defRPr>
            </a:pPr>
            <a:r>
              <a:t>10.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Streamlit Documentation — https://docs.streamlit.io/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Python Documentation — https://docs.python.org/3/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SQLite Documentation — https://www.sqlite.org/docs.html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Scikit-learn Documentation — https://scikit-learn.org/stable/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Pandas Documentation — https://pandas.pydata.org/docs/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Email / SMTP Documentation — Python Standard Library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Project source code and SQLite database — RetailMind_AI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RetailMind_AI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65949" y="2286000"/>
            <a:ext cx="282962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F46E5"/>
                </a:solidFill>
              </a:defRPr>
            </a:pPr>
            <a:r>
              <a:rPr dirty="0"/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701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sankeerthana J</cp:lastModifiedBy>
  <cp:revision>2</cp:revision>
  <dcterms:created xsi:type="dcterms:W3CDTF">2013-01-27T09:14:16Z</dcterms:created>
  <dcterms:modified xsi:type="dcterms:W3CDTF">2026-10-06T06:38:14Z</dcterms:modified>
  <cp:category/>
</cp:coreProperties>
</file>